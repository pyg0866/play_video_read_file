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80CA-8697-48F7-9331-2A70EE4C6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AB424-E59D-42C9-8317-A1C342CD6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6FF98-4987-4A4A-8ACF-B7F5EDBD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FE62-D620-494F-8294-9BE13878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1C6F6-A2A3-436B-B21A-0CD9AF7D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587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7466-4E4E-4148-A28B-53EAA955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DF3D6-242D-4F40-9463-F8D3B35AC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27802-2CF0-4965-A8F6-976A2D97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09C59-99D5-4764-8551-6CC0EC8D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27799-6D21-495D-9E9B-DFDAD562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822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5AA8-CBA4-432E-B987-0F1E0E39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835E9-9679-47B1-8528-619AFC4B3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50403-6B71-4C0B-A1D8-92E85C66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4813D-7BCA-44CE-B310-0B8D7A71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16ABF-CB92-4F91-93DD-C35A4427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8117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02C9-C9D7-4C4E-B2EC-AE823101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4DBF-FEA0-4943-A33F-348B461B3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97C8-E3A1-45A7-8921-B1231C04B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C3DF1-DE66-4E42-9813-EA2E5CA5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1FFD2-29CB-4A8C-A70A-7A294009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5FC3E-41A6-485A-9FE6-870BA446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747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9F52-777C-4076-AF67-44B383A8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79420-3645-4722-AEB8-B7BCB0FB9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61D62-7FD2-4B0D-BF34-284666EA3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30CAA-5F63-4CB2-A6B0-B308177C9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8C1F7-68A8-4809-B698-244B84C0A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1B9820-C94B-416A-BEF9-AB14CB8A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A5BED1-4D91-469A-8F45-E991D755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FF2D7-4160-457F-B9B8-410E0494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439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ED3D-AE3A-45C1-84BE-354372BC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E5822-2D6A-484E-BB17-AA5EF8AB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77CC9-CB04-4AFF-99E2-67017C54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6B722-DE47-4F13-8D4E-0E7546DC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22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300FDE-86FB-48C7-887E-71DFBD6D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51F63-579F-47E0-B94D-955E0336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DA9EB-066F-4C84-9A1D-3DE1CC36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626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2AC4-DB5F-4B19-A80E-EFE2D271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09ECC-49EC-4B93-8C71-7C6E89291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03D13-9176-4672-88AE-57494791C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6D962-E8D1-49AD-B902-C5E844AC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83AFB-7318-4818-AE09-29F07337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40196-EC21-41FB-BB10-38F54CCE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1718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5B11-CD59-4779-85C4-FBF44FAE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A37F5-EDB5-4467-977D-3F7E3B741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58968-DB10-4692-81FE-406F7A466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891CC-8FF9-4917-8CB3-98BB9250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69533-A1F5-43C2-820A-933792A9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C932-5C57-49C0-AAEF-237AA596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529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48B2-96F9-4D7A-8F58-783A2468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9A55D-92BA-4663-9ACF-8E522566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1F99-66FB-4B03-A166-CF2B2686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D75E-889A-41E3-B8C0-011F3519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76B5F-F945-43A0-843F-9E1416EA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988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5E4CBE-1AEA-4E6F-8BB7-BDF7F1143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1C295-D6B9-4C6F-9F58-75A05EE52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9F7F8-6CDC-44FF-B4DE-E241E1C0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C2C5D-AEC1-4EA8-8019-E703B6D2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BC0B-B76C-4068-9C2C-DFB929C8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226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B1247-E6AB-4341-A571-390B5CF5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AA600-6449-4E70-A7C9-256DBD426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AA88-7066-449F-B8D2-F86AAABF2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14D3-913F-42DE-B5CF-A7059E99D23D}" type="datetimeFigureOut">
              <a:rPr lang="en-SG" smtClean="0"/>
              <a:t>31/12/2024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F5F65-87C2-4EAE-B843-AB7B42198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2016A-7F81-4B8C-8E9A-2CE7BEBA7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8D32-4EBF-495B-ABE8-248EEAE9B1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72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22E776-D673-4DDD-A6EA-0D23FA354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404" y="1594623"/>
            <a:ext cx="4597975" cy="453707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4EF00D2-AD04-42E3-95CA-021710CAF562}"/>
              </a:ext>
            </a:extLst>
          </p:cNvPr>
          <p:cNvGrpSpPr/>
          <p:nvPr/>
        </p:nvGrpSpPr>
        <p:grpSpPr>
          <a:xfrm>
            <a:off x="1410452" y="1300805"/>
            <a:ext cx="4460959" cy="4830892"/>
            <a:chOff x="1410452" y="1300805"/>
            <a:chExt cx="4460959" cy="483089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FF250D-C03F-4D0C-BCC3-9D110F4F6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0452" y="1300805"/>
              <a:ext cx="4460959" cy="4830892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589E687-F405-455A-866D-EAC23630AAEE}"/>
                </a:ext>
              </a:extLst>
            </p:cNvPr>
            <p:cNvSpPr/>
            <p:nvPr/>
          </p:nvSpPr>
          <p:spPr>
            <a:xfrm>
              <a:off x="4371474" y="5192237"/>
              <a:ext cx="1331494" cy="7299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D7146E1-70B3-4EEA-AE4D-D3CC52DE50E4}"/>
              </a:ext>
            </a:extLst>
          </p:cNvPr>
          <p:cNvSpPr txBox="1"/>
          <p:nvPr/>
        </p:nvSpPr>
        <p:spPr>
          <a:xfrm>
            <a:off x="3224464" y="401053"/>
            <a:ext cx="301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 err="1"/>
              <a:t>Multiaxis</a:t>
            </a:r>
            <a:r>
              <a:rPr lang="en-SG" dirty="0"/>
              <a:t> Unified Cutting </a:t>
            </a:r>
          </a:p>
        </p:txBody>
      </p:sp>
    </p:spTree>
    <p:extLst>
      <p:ext uri="{BB962C8B-B14F-4D97-AF65-F5344CB8AC3E}">
        <p14:creationId xmlns:p14="http://schemas.microsoft.com/office/powerpoint/2010/main" val="10004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D5B2DD1-1C91-4CB9-8CC0-FE1363867F92}"/>
              </a:ext>
            </a:extLst>
          </p:cNvPr>
          <p:cNvGrpSpPr/>
          <p:nvPr/>
        </p:nvGrpSpPr>
        <p:grpSpPr>
          <a:xfrm>
            <a:off x="682791" y="746460"/>
            <a:ext cx="8267700" cy="3209925"/>
            <a:chOff x="594560" y="473744"/>
            <a:chExt cx="8267700" cy="32099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2519D8-BB96-4F9D-AEEE-CE89EA261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560" y="473744"/>
              <a:ext cx="8267700" cy="32099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14E733-125B-4B49-8D14-EB2E65CB9492}"/>
                </a:ext>
              </a:extLst>
            </p:cNvPr>
            <p:cNvSpPr/>
            <p:nvPr/>
          </p:nvSpPr>
          <p:spPr>
            <a:xfrm>
              <a:off x="2422358" y="2759242"/>
              <a:ext cx="4018547" cy="232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3C0ED22-DC58-45AD-8BB2-24B620CBA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16" y="3956385"/>
            <a:ext cx="5061284" cy="2775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57CFF8-81E0-4EDD-ABE5-ED96260AC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400" y="3888798"/>
            <a:ext cx="5061284" cy="2843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A82258-3053-43CA-B35B-A7C52A3B75EA}"/>
              </a:ext>
            </a:extLst>
          </p:cNvPr>
          <p:cNvSpPr txBox="1"/>
          <p:nvPr/>
        </p:nvSpPr>
        <p:spPr>
          <a:xfrm>
            <a:off x="4082716" y="320842"/>
            <a:ext cx="170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TOOL</a:t>
            </a:r>
          </a:p>
        </p:txBody>
      </p:sp>
    </p:spTree>
    <p:extLst>
      <p:ext uri="{BB962C8B-B14F-4D97-AF65-F5344CB8AC3E}">
        <p14:creationId xmlns:p14="http://schemas.microsoft.com/office/powerpoint/2010/main" val="52013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70C87-B5AC-4FBE-9FE5-BA072E5B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14" y="680299"/>
            <a:ext cx="8420633" cy="5663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808323-1705-460A-8EC0-1AF74D9C90A7}"/>
              </a:ext>
            </a:extLst>
          </p:cNvPr>
          <p:cNvSpPr txBox="1"/>
          <p:nvPr/>
        </p:nvSpPr>
        <p:spPr>
          <a:xfrm>
            <a:off x="4483768" y="448252"/>
            <a:ext cx="161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Holder</a:t>
            </a:r>
          </a:p>
        </p:txBody>
      </p:sp>
    </p:spTree>
    <p:extLst>
      <p:ext uri="{BB962C8B-B14F-4D97-AF65-F5344CB8AC3E}">
        <p14:creationId xmlns:p14="http://schemas.microsoft.com/office/powerpoint/2010/main" val="79588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D01548-A731-4E5B-BF51-43B78CCD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370" y="896107"/>
            <a:ext cx="8267883" cy="5568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8C8F0-EEF5-454A-934A-F31A71504957}"/>
              </a:ext>
            </a:extLst>
          </p:cNvPr>
          <p:cNvSpPr txBox="1"/>
          <p:nvPr/>
        </p:nvSpPr>
        <p:spPr>
          <a:xfrm>
            <a:off x="4058653" y="521368"/>
            <a:ext cx="295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3773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541189-F930-47CA-9C7E-76EDDFAA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04" y="778043"/>
            <a:ext cx="8708543" cy="5921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FC9D14-8C0F-40A5-B106-3450AB5A4C9E}"/>
              </a:ext>
            </a:extLst>
          </p:cNvPr>
          <p:cNvSpPr txBox="1"/>
          <p:nvPr/>
        </p:nvSpPr>
        <p:spPr>
          <a:xfrm>
            <a:off x="4259179" y="473242"/>
            <a:ext cx="241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Stock</a:t>
            </a:r>
          </a:p>
        </p:txBody>
      </p:sp>
    </p:spTree>
    <p:extLst>
      <p:ext uri="{BB962C8B-B14F-4D97-AF65-F5344CB8AC3E}">
        <p14:creationId xmlns:p14="http://schemas.microsoft.com/office/powerpoint/2010/main" val="117827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B4B682-2B7C-4E31-B552-8E6908672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8" y="650705"/>
            <a:ext cx="10652863" cy="5822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4F02E4-FA24-4B6E-BD90-F85FEAA578A8}"/>
              </a:ext>
            </a:extLst>
          </p:cNvPr>
          <p:cNvSpPr txBox="1"/>
          <p:nvPr/>
        </p:nvSpPr>
        <p:spPr>
          <a:xfrm>
            <a:off x="3954378" y="466039"/>
            <a:ext cx="239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Cut Pattern</a:t>
            </a:r>
          </a:p>
        </p:txBody>
      </p:sp>
    </p:spTree>
    <p:extLst>
      <p:ext uri="{BB962C8B-B14F-4D97-AF65-F5344CB8AC3E}">
        <p14:creationId xmlns:p14="http://schemas.microsoft.com/office/powerpoint/2010/main" val="1500900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94612-5710-4B96-8E55-A8B552EDAB69}"/>
              </a:ext>
            </a:extLst>
          </p:cNvPr>
          <p:cNvGrpSpPr/>
          <p:nvPr/>
        </p:nvGrpSpPr>
        <p:grpSpPr>
          <a:xfrm>
            <a:off x="1619808" y="424934"/>
            <a:ext cx="4315771" cy="5502530"/>
            <a:chOff x="1619808" y="424934"/>
            <a:chExt cx="4315771" cy="55025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06C6DF-6F21-4988-A5EA-26960C5D8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808" y="2177902"/>
              <a:ext cx="4315771" cy="374956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412CA7-DA2D-4E2D-BB11-E23AC023C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808" y="721394"/>
              <a:ext cx="4315771" cy="206314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72FF70-F7DA-4F90-946C-D0C7B5D2B4FE}"/>
                </a:ext>
              </a:extLst>
            </p:cNvPr>
            <p:cNvSpPr txBox="1"/>
            <p:nvPr/>
          </p:nvSpPr>
          <p:spPr>
            <a:xfrm>
              <a:off x="1892968" y="424934"/>
              <a:ext cx="30319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Upper Curve to select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1C09B83-24A4-4AC6-95B4-0B1386220F09}"/>
                </a:ext>
              </a:extLst>
            </p:cNvPr>
            <p:cNvCxnSpPr/>
            <p:nvPr/>
          </p:nvCxnSpPr>
          <p:spPr>
            <a:xfrm flipH="1">
              <a:off x="4323347" y="2462463"/>
              <a:ext cx="753979" cy="9665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20752BF-6BD0-4047-B5CD-45A698B89E5E}"/>
                </a:ext>
              </a:extLst>
            </p:cNvPr>
            <p:cNvSpPr/>
            <p:nvPr/>
          </p:nvSpPr>
          <p:spPr>
            <a:xfrm>
              <a:off x="4924926" y="2350168"/>
              <a:ext cx="473242" cy="28073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5DA954-71B0-4850-9473-D8B60DCBBA45}"/>
              </a:ext>
            </a:extLst>
          </p:cNvPr>
          <p:cNvGrpSpPr/>
          <p:nvPr/>
        </p:nvGrpSpPr>
        <p:grpSpPr>
          <a:xfrm>
            <a:off x="6634658" y="328863"/>
            <a:ext cx="4554350" cy="5669192"/>
            <a:chOff x="6426110" y="304800"/>
            <a:chExt cx="4554350" cy="566919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4A60069-6061-4340-8F49-7F4289A80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6111" y="1757910"/>
              <a:ext cx="4554349" cy="42160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0FE8BDA-2872-4F87-A022-E5763900E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6110" y="681289"/>
              <a:ext cx="4554349" cy="166679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520851-E5C4-4013-B43E-9F3DE344EC52}"/>
                </a:ext>
              </a:extLst>
            </p:cNvPr>
            <p:cNvSpPr txBox="1"/>
            <p:nvPr/>
          </p:nvSpPr>
          <p:spPr>
            <a:xfrm>
              <a:off x="7371347" y="304800"/>
              <a:ext cx="2518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Lower curve to select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96A3EB-B0FC-466D-ABD3-C691E26D5C8C}"/>
                </a:ext>
              </a:extLst>
            </p:cNvPr>
            <p:cNvSpPr/>
            <p:nvPr/>
          </p:nvSpPr>
          <p:spPr>
            <a:xfrm>
              <a:off x="9889958" y="1949116"/>
              <a:ext cx="545431" cy="39897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FFACCF2-EC10-4EF0-BB5D-E2C7E8AA44B1}"/>
                </a:ext>
              </a:extLst>
            </p:cNvPr>
            <p:cNvCxnSpPr>
              <a:stCxn id="19" idx="3"/>
            </p:cNvCxnSpPr>
            <p:nvPr/>
          </p:nvCxnSpPr>
          <p:spPr>
            <a:xfrm flipH="1">
              <a:off x="9240697" y="2289659"/>
              <a:ext cx="729138" cy="11350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1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8E4214-564B-43C5-A9B0-3025DA5C1718}"/>
              </a:ext>
            </a:extLst>
          </p:cNvPr>
          <p:cNvSpPr txBox="1"/>
          <p:nvPr/>
        </p:nvSpPr>
        <p:spPr>
          <a:xfrm>
            <a:off x="3729789" y="701314"/>
            <a:ext cx="236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Machining geometries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58BB77-C403-48E9-AB87-098D802E6FAE}"/>
              </a:ext>
            </a:extLst>
          </p:cNvPr>
          <p:cNvGrpSpPr/>
          <p:nvPr/>
        </p:nvGrpSpPr>
        <p:grpSpPr>
          <a:xfrm>
            <a:off x="1971022" y="1161750"/>
            <a:ext cx="9925605" cy="4922747"/>
            <a:chOff x="1802580" y="1233939"/>
            <a:chExt cx="9925605" cy="49227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1EC901-F1C7-49A2-87CB-D82EADFAC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2580" y="1459273"/>
              <a:ext cx="5881588" cy="469741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0F5C047-3CB4-4B21-9DB0-D78808936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71410" y="1233939"/>
              <a:ext cx="4135354" cy="1826093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73FFDE-3C68-4B96-87B4-9A1339936817}"/>
                </a:ext>
              </a:extLst>
            </p:cNvPr>
            <p:cNvSpPr/>
            <p:nvPr/>
          </p:nvSpPr>
          <p:spPr>
            <a:xfrm>
              <a:off x="8646695" y="2719137"/>
              <a:ext cx="866273" cy="340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01DBDBE-AF05-4655-94B5-5993A34A10E3}"/>
                </a:ext>
              </a:extLst>
            </p:cNvPr>
            <p:cNvSpPr/>
            <p:nvPr/>
          </p:nvSpPr>
          <p:spPr>
            <a:xfrm>
              <a:off x="3529263" y="2654968"/>
              <a:ext cx="2470484" cy="170046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E277DCB-24AB-4C4A-BD6E-DAB94534AB17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5999747" y="2889585"/>
              <a:ext cx="2646948" cy="4150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A68897-CA46-4613-9651-23A2D2CA4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609473"/>
              <a:ext cx="5568016" cy="238539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82EC16-395F-473C-8264-B0856194E3A5}"/>
                </a:ext>
              </a:extLst>
            </p:cNvPr>
            <p:cNvSpPr txBox="1"/>
            <p:nvPr/>
          </p:nvSpPr>
          <p:spPr>
            <a:xfrm>
              <a:off x="9599095" y="5091331"/>
              <a:ext cx="2129090" cy="6771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SG" dirty="0"/>
                <a:t> </a:t>
              </a:r>
              <a:r>
                <a:rPr lang="en-SG" sz="1000" dirty="0"/>
                <a:t>1.5 indicated   </a:t>
              </a:r>
              <a:r>
                <a:rPr lang="en-SG" sz="1000" b="1" dirty="0"/>
                <a:t>B</a:t>
              </a:r>
              <a:r>
                <a:rPr lang="en-SG" sz="1000" dirty="0"/>
                <a:t>arrel stepover.  The smaller value you input the resulting surface finishing will be better.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59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1FF7C-B324-4088-AF94-6D9E4F7A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52" y="1476524"/>
            <a:ext cx="9328485" cy="5102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B5E8DB-7419-4D80-AAC7-A989946D646C}"/>
              </a:ext>
            </a:extLst>
          </p:cNvPr>
          <p:cNvSpPr txBox="1"/>
          <p:nvPr/>
        </p:nvSpPr>
        <p:spPr>
          <a:xfrm>
            <a:off x="4010526" y="858253"/>
            <a:ext cx="269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Tool Axis Control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B4C2C-EC1E-4F81-8D6B-6D2A946E807A}"/>
              </a:ext>
            </a:extLst>
          </p:cNvPr>
          <p:cNvSpPr/>
          <p:nvPr/>
        </p:nvSpPr>
        <p:spPr>
          <a:xfrm>
            <a:off x="1716505" y="2919663"/>
            <a:ext cx="320842" cy="1203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446935-F4FA-48B0-979E-865C924C8BFC}"/>
              </a:ext>
            </a:extLst>
          </p:cNvPr>
          <p:cNvSpPr/>
          <p:nvPr/>
        </p:nvSpPr>
        <p:spPr>
          <a:xfrm>
            <a:off x="6617368" y="4884821"/>
            <a:ext cx="497306" cy="1764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375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04BB36-2766-4317-A980-16C5E2417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0" y="762364"/>
            <a:ext cx="10961562" cy="5918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E5520C-3B5F-4B6E-8F3D-5F515144EBA6}"/>
              </a:ext>
            </a:extLst>
          </p:cNvPr>
          <p:cNvSpPr txBox="1"/>
          <p:nvPr/>
        </p:nvSpPr>
        <p:spPr>
          <a:xfrm>
            <a:off x="3198792" y="393032"/>
            <a:ext cx="623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Advance Options For Tilting Relative To Cutting  Direction  </a:t>
            </a:r>
          </a:p>
        </p:txBody>
      </p:sp>
    </p:spTree>
    <p:extLst>
      <p:ext uri="{BB962C8B-B14F-4D97-AF65-F5344CB8AC3E}">
        <p14:creationId xmlns:p14="http://schemas.microsoft.com/office/powerpoint/2010/main" val="349746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9BD0D-FBA5-4019-8FD1-77F355CF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8" y="804933"/>
            <a:ext cx="10521798" cy="5692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ADBAC7-0ADD-418B-801A-0053CDF1D56F}"/>
              </a:ext>
            </a:extLst>
          </p:cNvPr>
          <p:cNvSpPr txBox="1"/>
          <p:nvPr/>
        </p:nvSpPr>
        <p:spPr>
          <a:xfrm>
            <a:off x="5358063" y="497305"/>
            <a:ext cx="150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Limits</a:t>
            </a:r>
          </a:p>
        </p:txBody>
      </p:sp>
    </p:spTree>
    <p:extLst>
      <p:ext uri="{BB962C8B-B14F-4D97-AF65-F5344CB8AC3E}">
        <p14:creationId xmlns:p14="http://schemas.microsoft.com/office/powerpoint/2010/main" val="135546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E6B65D-E3AC-4F0C-8C78-2B514A36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4" y="735910"/>
            <a:ext cx="10674403" cy="5825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02A8B4-F620-4A60-BF07-9D9B466BF1F6}"/>
              </a:ext>
            </a:extLst>
          </p:cNvPr>
          <p:cNvSpPr txBox="1"/>
          <p:nvPr/>
        </p:nvSpPr>
        <p:spPr>
          <a:xfrm>
            <a:off x="4162926" y="473242"/>
            <a:ext cx="2654969" cy="376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Collision Control</a:t>
            </a:r>
          </a:p>
        </p:txBody>
      </p:sp>
    </p:spTree>
    <p:extLst>
      <p:ext uri="{BB962C8B-B14F-4D97-AF65-F5344CB8AC3E}">
        <p14:creationId xmlns:p14="http://schemas.microsoft.com/office/powerpoint/2010/main" val="358741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8BA1951-E95D-426B-9837-23B677702490}"/>
              </a:ext>
            </a:extLst>
          </p:cNvPr>
          <p:cNvGrpSpPr/>
          <p:nvPr/>
        </p:nvGrpSpPr>
        <p:grpSpPr>
          <a:xfrm>
            <a:off x="1441850" y="721895"/>
            <a:ext cx="9139172" cy="5617291"/>
            <a:chOff x="86292" y="794084"/>
            <a:chExt cx="9139172" cy="561729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F46EB7-A2B8-4395-9CFD-9A059A195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6536" y="1681162"/>
              <a:ext cx="6258928" cy="473021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C65D25-37F5-43DD-80B5-0FA09B202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92" y="1254544"/>
              <a:ext cx="6386697" cy="1256050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BA19B5-6D2D-4139-B43F-CD8859E87E33}"/>
                </a:ext>
              </a:extLst>
            </p:cNvPr>
            <p:cNvSpPr/>
            <p:nvPr/>
          </p:nvSpPr>
          <p:spPr>
            <a:xfrm>
              <a:off x="5719011" y="1681162"/>
              <a:ext cx="561473" cy="46848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C91A8A-5095-4556-95E8-514F0C5E5274}"/>
                </a:ext>
              </a:extLst>
            </p:cNvPr>
            <p:cNvSpPr/>
            <p:nvPr/>
          </p:nvSpPr>
          <p:spPr>
            <a:xfrm>
              <a:off x="5887454" y="4347407"/>
              <a:ext cx="2229852" cy="125604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1B05598-CDC3-40E5-B806-7E9EF6BE4D9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149642"/>
              <a:ext cx="561473" cy="21977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945AC0-A4CF-463E-8AD0-BBE83A97D6F8}"/>
                </a:ext>
              </a:extLst>
            </p:cNvPr>
            <p:cNvSpPr txBox="1"/>
            <p:nvPr/>
          </p:nvSpPr>
          <p:spPr>
            <a:xfrm>
              <a:off x="4580021" y="794084"/>
              <a:ext cx="2502568" cy="368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Avoidance geometries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736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BF59C5-0776-4A1B-8141-733D7DF2EA62}"/>
              </a:ext>
            </a:extLst>
          </p:cNvPr>
          <p:cNvSpPr txBox="1"/>
          <p:nvPr/>
        </p:nvSpPr>
        <p:spPr>
          <a:xfrm>
            <a:off x="4339389" y="569494"/>
            <a:ext cx="291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Advanced Options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63CCE-D199-4EA3-92FF-F18513EB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16" y="938826"/>
            <a:ext cx="10371221" cy="56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56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common</dc:creator>
  <cp:lastModifiedBy>common</cp:lastModifiedBy>
  <cp:revision>22</cp:revision>
  <dcterms:created xsi:type="dcterms:W3CDTF">2024-12-31T00:28:01Z</dcterms:created>
  <dcterms:modified xsi:type="dcterms:W3CDTF">2024-12-31T03:21:27Z</dcterms:modified>
</cp:coreProperties>
</file>